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45665277-5937489579f2" ContentType="image/photo-1545665277-5937489579f2"/>
  <Default Extension="photo-1773332598451-8a0a59941912" ContentType="image/photo-1773332598451-8a0a59941912"/>
  <Default Extension="photo-1542831371-29b0f74f9713" ContentType="image/photo-1542831371-29b0f74f9713"/>
  <Default Extension="photo-1523437113738-bbd3cc89fb19" ContentType="image/photo-1523437113738-bbd3cc89fb19"/>
  <Default Extension="photo-1667372393086-9d4001d51cf1" ContentType="image/photo-1667372393086-9d4001d51cf1"/>
  <Default Extension="photo-1467232004584-a241de8bcf5d" ContentType="image/photo-1467232004584-a241de8bcf5d"/>
  <Default Extension="photo-1742308518213-c28192d056d4" ContentType="image/photo-1742308518213-c28192d056d4"/>
  <Default Extension="photo-1758876203761-623fcf794de2" ContentType="image/photo-1758876203761-623fcf794de2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 Level (%)</c:v>
                </c:pt>
              </c:strCache>
            </c:strRef>
          </c:tx>
          <c:spPr>
            <a:solidFill>
              <a:srgbClr val="00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F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00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005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HTML</c:v>
                  </c:pt>
                  <c:pt idx="1">
                    <c:v>CSS</c:v>
                  </c:pt>
                  <c:pt idx="2">
                    <c:v>JavaScript</c:v>
                  </c:pt>
                  <c:pt idx="3">
                    <c:v>React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80</c:v>
                </c:pt>
                <c:pt idx="2">
                  <c:v>75</c:v>
                </c:pt>
                <c:pt idx="3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45665277-5937489579f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773332598451-8a0a5994191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42831371-29b0f74f9713"/><Relationship Id="rId2" Type="http://schemas.openxmlformats.org/officeDocument/2006/relationships/image" Target="../media/image-4-2.photo-1523437113738-bbd3cc89fb19"/><Relationship Id="rId3" Type="http://schemas.openxmlformats.org/officeDocument/2006/relationships/image" Target="../media/image-4-3.photo-1667372393086-9d4001d51cf1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545665277-5937489579f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467232004584-a241de8bcf5d"/><Relationship Id="rId2" Type="http://schemas.openxmlformats.org/officeDocument/2006/relationships/image" Target="../media/image-6-2.photo-1742308518213-c28192d056d4"/><Relationship Id="rId3" Type="http://schemas.openxmlformats.org/officeDocument/2006/relationships/image" Target="../media/image-6-3.photo-1758876203761-623fcf794de2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987" y="507987"/>
            <a:ext cx="203195" cy="20319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31949" y="1015975"/>
            <a:ext cx="7112051" cy="507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981" y="1015975"/>
            <a:ext cx="10667733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Front-End Web Development Portfolio</a:t>
            </a:r>
            <a:pPr algn="ctr" indent="0" marL="0">
              <a:lnSpc>
                <a:spcPct val="130000"/>
              </a:lnSpc>
              <a:buNone/>
            </a:pPr>
            <a:r>
              <a:rPr lang="en-US" sz="40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61981" y="2920927"/>
            <a:ext cx="1066773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61981" y="3225719"/>
            <a:ext cx="10667733" cy="50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مهند</a:t>
            </a:r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61981" y="3809905"/>
            <a:ext cx="10667733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61981" y="4381390"/>
            <a:ext cx="1066773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02, 2026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45665277-5937489579f2?crop=entropy&amp;cs=tinysrgb&amp;fit=max&amp;fm=jpg&amp;ixid=M3w2Njc0MzZ8MHwxfHNlYXJjaHwxfHxwb3J0Zm9saW98ZW58MHx8fHwxNzc1MTQwODU1fDA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1790" y="1015975"/>
            <a:ext cx="3301917" cy="48258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1269968"/>
            <a:ext cx="7111822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Front-End Web Development Portfolio
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61981" y="2793930"/>
            <a:ext cx="7111822" cy="330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my portfolio presentation! My name is Mohand Ramadan, a student at We Al-Minya Applied Technology School. This showcase highlights my skills in front-end web development, featuring the programming languages I've mastered, including HTML, CSS, and JavaScript. I aim to demonstrate my projects and the creative solutions I've implemented, reflecting my passion for technology and design. Let's explore my journey in web development together!
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507987"/>
            <a:ext cx="1066773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
</a:t>
            </a:r>
            <a:endParaRPr lang="en-US" sz="2900" dirty="0"/>
          </a:p>
        </p:txBody>
      </p:sp>
      <p:pic>
        <p:nvPicPr>
          <p:cNvPr id="3" name="Image 0" descr="https://images.unsplash.com/photo-1773332598451-8a0a59941912?crop=entropy&amp;cs=tinysrgb&amp;fit=max&amp;fm=jpg&amp;ixid=M3w2Njc0MzZ8MXwxfHNlYXJjaHwxfHxzdHVkZW50fGVufDB8fHx8MTc3NTE2OTk1OXww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0990" y="1396965"/>
            <a:ext cx="3962301" cy="2133547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34984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and School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4984" y="2031949"/>
            <a:ext cx="3454314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Mohand Ramadan, currently studying at We Minya School for Applied Technology, where I am honing my skills in web development and design.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46486" y="1396965"/>
            <a:ext cx="3962301" cy="2133547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4800480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Development Focus
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00480" y="2031949"/>
            <a:ext cx="3454314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specialize in front-end web development, utilizing languages like HTML, CSS, and JavaScript to create engaging and responsive user interfaces.
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990" y="4038499"/>
            <a:ext cx="8140496" cy="1105001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34984" y="4267093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 for User Experience
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4984" y="4673483"/>
            <a:ext cx="7632509" cy="92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strong passion for creating user-friendly interfaces, ensuring that my designs are not only visually appealing but also intuitive and accessible.
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507987"/>
            <a:ext cx="1066773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Overview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4" name="Image 0" descr="https://images.unsplash.com/photo-1542831371-29b0f74f9713?crop=entropy&amp;cs=tinysrgb&amp;fit=max&amp;fm=jpg&amp;ixid=M3w2Njc0MzZ8MHwxfHNlYXJjaHwxfHxIVE1MfGVufDB8fHx8MTc3NTE2OTY5OXww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0990" y="1523962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 in Core Languages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0990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excel in HTML, CSS, and JavaScript, which are essential for creating dynamic and interactive web applications, ensuring a seamless user experience.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2493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8" name="Image 1" descr="https://images.unsplash.com/photo-1523437113738-bbd3cc89fb19?crop=entropy&amp;cs=tinysrgb&amp;fit=max&amp;fm=jpg&amp;ixid=M3w2Njc0MzZ8MHwxfHNlYXJjaHwxfHxDU1N8ZW58MHx8fHwxNzc1MTY5Njk5fDA&amp;ixlib=rb-4.1.0&amp;q=80&amp;w=1080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2493" y="1523962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Experience
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2493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hands-on experience with React and Bootstrap, enabling me to build responsive and visually appealing web interfaces efficiently.
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03995" y="1523962"/>
            <a:ext cx="940005" cy="3619538"/>
          </a:xfrm>
          <a:prstGeom prst="rect">
            <a:avLst/>
          </a:prstGeom>
          <a:noFill/>
          <a:ln/>
        </p:spPr>
      </p:sp>
      <p:pic>
        <p:nvPicPr>
          <p:cNvPr id="12" name="Image 2" descr="https://images.unsplash.com/photo-1667372393086-9d4001d51cf1?crop=entropy&amp;cs=tinysrgb&amp;fit=max&amp;fm=jpg&amp;ixid=M3w2Njc0MzZ8MHwxfHNlYXJjaHwxfHxKYXZhU2NyaXB0fGVufDB8fHx8MTc3NTE2OTcwMHww&amp;ixlib=rb-4.1.0&amp;q=80&amp;w=1080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3995" y="1523962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Expertise
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03995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utilize Git and GitHub for version control, allowing for collaborative development and effective project management, enhancing team productivity.
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3809905"/>
            <a:ext cx="1066773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of My Projects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5975" y="4825879"/>
            <a:ext cx="10159746" cy="1523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highlights my portfolio as a Front-End Web Developer. It features key projects, showcasing my skills in HTML, CSS, and JavaScript, along with visual representations of my work.
</a:t>
            </a:r>
            <a:endParaRPr lang="en-US" sz="1300" dirty="0"/>
          </a:p>
        </p:txBody>
      </p:sp>
      <p:pic>
        <p:nvPicPr>
          <p:cNvPr id="4" name="Image 0" descr="https://images.unsplash.com/photo-1545665277-5937489579f2?crop=entropy&amp;cs=tinysrgb&amp;fit=max&amp;fm=jpg&amp;ixid=M3w2Njc0MzZ8MHwxfHNlYXJjaHwxfHxwb3J0Zm9saW98ZW58MHx8fHwxNzc1MTQwODU1fDA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45975" cy="35559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507987"/>
            <a:ext cx="1066773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4" name="Image 0" descr="https://images.unsplash.com/photo-1467232004584-a241de8bcf5d?crop=entropy&amp;cs=tinysrgb&amp;fit=max&amp;fm=jpg&amp;ixid=M3w2Njc0MzZ8MHwxfHNlYXJjaHwxfHxwb3J0Zm9saW8lMjB3ZWJzaXRlfGVufDB8fHx8MTc3NTE2OTcwMHww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0990" y="1523962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 Website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0990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personal portfolio website using HTML, CSS, and JavaScript to showcase my projects and skills, achieving a 30% increase in visibility to potential employers.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2493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8" name="Image 1" descr="https://images.unsplash.com/photo-1742308518213-c28192d056d4?crop=entropy&amp;cs=tinysrgb&amp;fit=max&amp;fm=jpg&amp;ixid=M3w2Njc0MzZ8MHwxfHNlYXJjaHwxfHxlLWNvbW1lcmNlJTIwc2l0ZXxlbnwwfHx8fDE3NzUxNjk3MDF8MA&amp;ixlib=rb-4.1.0&amp;q=80&amp;w=1080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2493" y="1523962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E-commerce Site
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2493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responsive e-commerce site with React, integrating payment gateways and user-friendly navigation, resulting in a 25% increase in user engagement and sales.
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03995" y="1523962"/>
            <a:ext cx="940005" cy="3619538"/>
          </a:xfrm>
          <a:prstGeom prst="rect">
            <a:avLst/>
          </a:prstGeom>
          <a:noFill/>
          <a:ln/>
        </p:spPr>
      </p:sp>
      <p:pic>
        <p:nvPicPr>
          <p:cNvPr id="12" name="Image 2" descr="https://images.unsplash.com/photo-1758876203761-623fcf794de2?crop=entropy&amp;cs=tinysrgb&amp;fit=max&amp;fm=jpg&amp;ixid=M3w2Njc0MzZ8MHwxfHNlYXJjaHwxfHxibG9nJTIwcGxhdGZvcm18ZW58MHx8fHwxNzc1MTY5NzAyfDA&amp;ixlib=rb-4.1.0&amp;q=80&amp;w=1080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3995" y="1523962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Platform Development
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03995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blog platform featuring user authentication and comment sections, utilizing Node.js and MongoDB, which attracted over 500 users in the first month.
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Proficiency Overview
</a:t>
            </a:r>
            <a:endParaRPr lang="en-US" sz="29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61981" y="2184345"/>
          <a:ext cx="10667733" cy="391150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507987"/>
            <a:ext cx="10667733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61981" y="1747476"/>
            <a:ext cx="20319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9473" y="1696678"/>
            <a:ext cx="1035024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Mastery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9473" y="2026869"/>
            <a:ext cx="10350241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 in HTML5 and CSS3, creating responsive designs. Utilized frameworks like Bootstrap, achieving a 30% faster load time for web applications.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981" y="2964741"/>
            <a:ext cx="20319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473" y="2913942"/>
            <a:ext cx="1035024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Expertise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9473" y="3244134"/>
            <a:ext cx="10350241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in JavaScript, including ES6 features. Developed interactive web elements, enhancing user engagement by 40% in projects.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981" y="4182005"/>
            <a:ext cx="20319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9473" y="4131207"/>
            <a:ext cx="1035024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Libraries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9473" y="4461398"/>
            <a:ext cx="10350241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with React and Vue.js, building dynamic single-page applications. Reduced development time by 25% through reusable components.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981" y="5399270"/>
            <a:ext cx="20319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
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9473" y="5348471"/>
            <a:ext cx="1035024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9473" y="5678663"/>
            <a:ext cx="10350241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Utilized Git for version control, collaborating on projects with teams. Improved code management efficiency by 50%.
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105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Development Journey: Progress as a Front-End Developer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61981" y="2285943"/>
            <a:ext cx="4952876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1981" y="2857429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2 personal projects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981" y="3492413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of 2 programming languages (HTML, CSS)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981" y="4127397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internship experience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7829" y="2285943"/>
            <a:ext cx="4952876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7829" y="2857429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10 personal projects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7829" y="3492413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of 5 programming languages (HTML, CSS, JavaScript, React, Bootstrap)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7829" y="4127397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internship experiences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1981" y="5841854"/>
            <a:ext cx="10667733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significantly enhanced my skills and experience as a front-end developer.
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61981" y="1269968"/>
            <a:ext cx="1066773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your favorite programming language?
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15975" y="1650959"/>
            <a:ext cx="1041374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My favorite programming language is JavaScript due to its versatility and the ability to create dynamic web applications.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981" y="2539937"/>
            <a:ext cx="1066773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approach a new project?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5975" y="2920927"/>
            <a:ext cx="1041374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 start by understanding the project requirements, conducting research, and then creating a detailed plan before diving into development.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981" y="3809905"/>
            <a:ext cx="1066773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tools do you use for development?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975" y="4190895"/>
            <a:ext cx="1041374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 primarily use Visual Studio Code for coding, Git for version control, and various libraries and frameworks like React and Bootstrap.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981" y="5079873"/>
            <a:ext cx="10667733" cy="46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ensure your websites are responsive?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5975" y="5460863"/>
            <a:ext cx="1041374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 use CSS media queries and flexible grid layouts to ensure that my websites adapt seamlessly to different screen sizes and devices.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Impact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61981" y="1523962"/>
            <a:ext cx="3217253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
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61981" y="2603435"/>
            <a:ext cx="32172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981" y="3047924"/>
            <a:ext cx="321725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delivered within deadlines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7221" y="1523962"/>
            <a:ext cx="3217253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
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4487221" y="2603435"/>
            <a:ext cx="32172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7221" y="3047924"/>
            <a:ext cx="321725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feedback from over 200 clients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12461" y="1523962"/>
            <a:ext cx="3217253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
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8212461" y="2603435"/>
            <a:ext cx="32172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Improvement
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12461" y="3047924"/>
            <a:ext cx="3217253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 speed using modern frameworks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1015975"/>
            <a:ext cx="10667733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Goals in Web Development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61981" y="2285943"/>
            <a:ext cx="4952876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1981" y="2920927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advanced JavaScript frameworks like Vue.js.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981" y="3682908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responsive design techniques for better user experience.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981" y="4444889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 my understanding of RESTful APIs and backend integration.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7829" y="2285943"/>
            <a:ext cx="4952876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7829" y="2920927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Contribute to open-source projects on GitHub.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7829" y="3682908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full-stack application by the end of the year.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7829" y="4444889"/>
            <a:ext cx="4952876" cy="63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 at a tech company to gain real-world experience.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2285943"/>
            <a:ext cx="10159746" cy="1015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523962" y="3555911"/>
            <a:ext cx="9143771" cy="240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summary, my portfolio showcases my skills as a Front-End Web Developer, highlighting languages like HTML, CSS, and JavaScript. I recommend continuous learning and practical application of these technologies. As I progress, I aim to enhance my projects with frameworks like React and Vue.js. This journey at We School in Minya has equipped me with essential skills, and I look forward to contributing to innovative web solutions in the future.
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2026-04-02T22:46:46Z</dcterms:created>
  <dcterms:modified xsi:type="dcterms:W3CDTF">2026-04-02T22:46:46Z</dcterms:modified>
</cp:coreProperties>
</file>